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6"/>
  </p:notesMasterIdLst>
  <p:sldIdLst>
    <p:sldId id="256" r:id="rId2"/>
    <p:sldId id="258" r:id="rId3"/>
    <p:sldId id="257" r:id="rId4"/>
    <p:sldId id="259" r:id="rId5"/>
  </p:sldIdLst>
  <p:sldSz cx="9144000" cy="5143500" type="screen16x9"/>
  <p:notesSz cx="9144000" cy="51435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486" autoAdjust="0"/>
    <p:restoredTop sz="96283" autoAdjust="0"/>
  </p:normalViewPr>
  <p:slideViewPr>
    <p:cSldViewPr>
      <p:cViewPr varScale="1">
        <p:scale>
          <a:sx n="147" d="100"/>
          <a:sy n="147" d="100"/>
        </p:scale>
        <p:origin x="1146" y="12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13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openxmlformats.org/officeDocument/2006/relationships/customXml" Target="../customXml/item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Relationship Id="rId14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zamat Z. Imanbaev" userId="ee9b36b0-62ca-4911-82be-e43642ff1fa5" providerId="ADAL" clId="{F4ABA24E-534A-4620-A270-12B0A714DBDA}"/>
    <pc:docChg chg="undo custSel modSld">
      <pc:chgData name="Azamat Z. Imanbaev" userId="ee9b36b0-62ca-4911-82be-e43642ff1fa5" providerId="ADAL" clId="{F4ABA24E-534A-4620-A270-12B0A714DBDA}" dt="2025-01-24T07:18:42.689" v="1" actId="14734"/>
      <pc:docMkLst>
        <pc:docMk/>
      </pc:docMkLst>
      <pc:sldChg chg="modSp mod">
        <pc:chgData name="Azamat Z. Imanbaev" userId="ee9b36b0-62ca-4911-82be-e43642ff1fa5" providerId="ADAL" clId="{F4ABA24E-534A-4620-A270-12B0A714DBDA}" dt="2025-01-24T07:18:42.689" v="1" actId="14734"/>
        <pc:sldMkLst>
          <pc:docMk/>
          <pc:sldMk cId="0" sldId="257"/>
        </pc:sldMkLst>
        <pc:graphicFrameChg chg="modGraphic">
          <ac:chgData name="Azamat Z. Imanbaev" userId="ee9b36b0-62ca-4911-82be-e43642ff1fa5" providerId="ADAL" clId="{F4ABA24E-534A-4620-A270-12B0A714DBDA}" dt="2025-01-24T07:18:42.689" v="1" actId="14734"/>
          <ac:graphicFrameMkLst>
            <pc:docMk/>
            <pc:sldMk cId="0" sldId="257"/>
            <ac:graphicFrameMk id="5" creationId="{639E3607-B62F-4218-9BBE-0DC02EFEF881}"/>
          </ac:graphicFrameMkLst>
        </pc:graphicFrame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16.781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0 1 464,'0'0'7458,"12"21"-7426,27 33 52,2-1 0,2-2 0,3-2 0,74 62 0,47 51 264,-94-90-294,-26-28-50,75 92 1,-40-31 4,-70-90-12,0 0-1,1-1 1,0 0 0,17 12 0,18 19 68,33 29 1154,-81-96-2166,-4-8-1447,-19-2-2615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19.622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1 120 400,'0'0'2399,"0"-47"-3364,0 134 4323,0 237-2902,0-316 384,5-273-2083,-4 259 1189,0 0 0,0 0 0,0 0 1,1 0-1,-1 0 0,2 1 0,-1-1 0,0 0 0,1 1 0,4-6 0,-3 5 59,-1 1-1,0-1 1,0 0-1,0 0 0,-1 0 1,0 0-1,-1 0 1,1-1-1,-1 1 1,1-9-1,-2-44 2334,0 37-2394,38 22 5,-11-2 56,1 2 1,-1 2-1,0 0 0,0 1 1,0 2-1,51 16 0,-62-16 10,0-1-1,1 0 0,-1-2 1,1 0-1,-1 0 0,1-2 1,16-1-1,-9 1-8,-14 0-10,0 0 0,0 1 1,0 0-1,0 0 0,0 1 1,0 1-1,18 6 0,-15-3 1213,-13-6-1160,-57 9-1120,19-6-1439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21.755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470 46 144,'0'8'4101,"-1"-10"-4091,0 0 0,0 0 0,0 0 0,0 0 0,-1-1 0,1 2 0,0-1 0,-1 0 0,0 0 0,1 0 0,-1 1 0,0-1 0,0 1 0,0-1 0,0 1 0,0 0 0,0 0 0,0 0 0,0 0 0,-1 0 0,1 0 0,-4 0 0,-56-15 116,52 15-120,0 0-1,0 1 1,0 0-1,0 1 1,-1 0-1,1 0 1,0 1 0,0 0-1,1 1 1,-1 0-1,0 1 1,1 0 0,0 0-1,0 1 1,-13 9-1,0 1-4,-2 1 5,1 0 1,1 2-1,-26 26 1,42-38-6,1 1 1,0-1-1,0 1 1,0 0-1,1 1 1,0-1-1,0 1 0,1-1 1,0 1-1,0 0 1,1 1-1,0-1 0,1 0 1,0 0-1,-1 14 1,2-8 0,-1-9 2,1-1 0,-1 0 0,1 1 0,0-1 0,0 0 0,1 1 0,-1-1 0,1 0 0,0 0 0,0 1 0,0-1 0,1 0 0,-1 0 0,1 0 0,0 0-1,0-1 1,1 1 0,-1 0 0,1-1 0,0 0 0,-1 1 0,6 3 0,13 7 6,0-1 0,1-1 1,0 0-1,1-2 0,0-1 0,0 0 0,1-2 1,38 6-1,3-4 50,0-3 0,70-3 0,-129-4-56,0 0 0,0-1 0,0 1 0,0-1 0,0 0 0,0-1 0,-1 1 0,0-1 0,1 0 0,-1 0 0,0-1 0,0 0-1,-1 0 1,1 0 0,-1 0 0,0-1 0,4-4 0,-2 2-93,1 0 0,0 1 0,0 0-1,0 0 1,1 0 0,11-5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22.850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64 67 360,'0'0'2279,"-37"8"-786,33-2-1446,0 1 1,1 0 0,0-1 0,0 1-1,1 1 1,0-1 0,0 0 0,1 0 0,0 1-1,0-1 1,0 1 0,1-1 0,0 1-1,1-1 1,0 1 0,2 7 0,-2-11-50,1 0 0,0 0 1,0 0-1,1 0 0,-1 0 1,1-1-1,0 0 0,0 1 1,0-1-1,0 0 0,1 0 1,5 4-1,49 28 65,67 28 14,-119-61-52,-1 0-1,1 0 0,-1-1 0,1 0 0,0 0 0,0-1 0,-1 1 0,1-1 0,0 0 0,7-2 0,55-11 254,-57 9-291,0 0 0,-1 0 0,1-1 0,-1 0 0,0-1 0,18-13 0,-25 16 14,1-1 1,-1 0 0,0 0-1,0 0 1,0 0 0,-1 0-1,1-1 1,-1 1 0,0-1-1,0 1 1,-1-1 0,1 0-1,-1 0 1,0 0 0,0 0-1,-1 0 1,0 0 0,0-6-1,1-12 91,-1 12-78,0 1 1,0-1-1,-1 1 1,0 0-1,0-1 1,-4-11-1,3 18 36,0 0-1,0 1 1,0-1-1,0 0 1,-1 1-1,1 0 1,-1 0-1,0-1 1,0 2-1,0-1 1,0 0-1,-1 0 1,1 1-1,-1 0 1,1 0-1,-1 0 1,0 0-1,0 1 1,-5-2-1,-87-22 353,61 18-284,6 2-36,0 1-1,0 1 0,-32 2 1,58 1-96,-1 1 0,1 0 0,-1-1 0,1 1 1,0 0-1,-1 1 0,1-1 0,0 1 1,0-1-1,0 1 0,0 0 0,0 0 0,0 0 1,1 1-1,-1-1 0,1 0 0,0 1 1,-1 0-1,1 0 0,0 0 0,0-1 0,1 2 1,-1-1-1,1 0 0,-1 0 0,0 6 0,-2 3-614,0 0-1,1 0 1,1 0-1,0 1 1,-1 25-1,3-25-1521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23.834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17 1 304,'0'0'2402,"-2"4"-2373,-2 10 140,1 1 0,0 0 1,1 0-1,1 0 0,0 1 0,1-1 0,3 29 0,-1 9 308,-2-36-378,-1-4-64,1 0 1,0 0-1,1 0 0,0 0 1,1 0-1,1 0 0,0 0 0,0-1 1,7 16-1,-4-117 1501,-6 83-1551,1-1 0,1 0-1,-1 0 1,1 1-1,0-1 1,0 1-1,1 0 1,0 0 0,0 0-1,1 0 1,3-6-1,53-62-325,-45 56 253,-12 15 69,-1 1 1,1-1 0,0 0 0,0 1 0,0 0 0,0-1 0,1 1-1,-1 1 1,1-1 0,-1 0 0,1 1 0,-1 0 0,8-2-1,49 0-159,-35 4 200,-21-1-23,0 1 0,0-1 0,-1 1 1,1 0-1,0 0 0,0 1 0,-1-1 0,1 1 0,0 0 1,-1 0-1,0 0 0,1 0 0,-1 0 0,0 1 0,0 0 1,0-1-1,-1 1 0,1 0 0,-1 0 0,1 1 0,1 3 1,7 12 33,-1-1 0,13 40 0,-4-13 62,-1-8-575,14 43 1,-32-79 413,0 0 1,1 0-1,-1 0 0,0 0 0,1 0 1,-1 0-1,1 0 0,-1 0 1,1 0-1,0 0 0,-1 0 0,1-1 1,0 1-1,0 0 0,-1 0 1,1 0-1,0-1 0,0 1 1,0-1-1,0 1 0,1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24.749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255 5 832,'0'0'2207,"-24"-1"-1848,-79-2-66,95 2-270,1 1-1,0 0 1,-1 1-1,1 0 1,0 0-1,-1 1 1,1 0-1,-9 3 0,13-4-10,0 1-1,0 0 0,0-1 0,1 1 1,-1 0-1,0 0 0,1 1 0,-1-1 1,1 1-1,0-1 0,0 1 1,0 0-1,-2 4 0,0 1 17,2 1 0,-1 0 1,1 1-1,0-1 0,1 0 0,0 1 1,1-1-1,-1 0 0,3 13 0,-2 2 45,0-23-73,1 1 0,-1-1 0,0 0 0,0 0 0,1 0 0,-1 0 0,1 0 0,-1 0 0,1 0 0,-1 0 1,1-1-1,-1 1 0,1 0 0,0 0 0,0 0 0,-1 0 0,1-1 0,0 1 0,0 0 0,0-1 0,0 1 0,0-1 0,0 1 0,0-1 0,0 1 0,0-1 0,1 1 0,36 7-28,-23-6 3,60 7-21,-60-8 34,0 0 0,1 1 0,-1 0 0,0 2 0,-1-1 1,1 2-1,0 0 0,19 10 0,-30-12 22,0 0 0,0 0 0,-1 0 0,1 1 1,-1-1-1,0 1 0,0 0 0,0 0 0,0 0 0,-1 0 1,1 1-1,-1-1 0,0 1 0,-1-1 0,1 1 0,1 7 0,0 5 45,-1 0 0,-1 1 0,0 21 0,-1-36-52,-1-1 17,1-1 0,0 1 1,-1-1-1,0 1 0,1-1 0,-1 1 1,0-1-1,0 0 0,0 0 1,0 1-1,0-1 0,0 0 0,0 0 1,0 0-1,0 0 0,0 0 1,-1 0-1,1 0 0,0 0 0,-1 0 1,1-1-1,-1 1 0,1-1 1,-1 1-1,-2 0 0,-43 9 485,47-10-498,-71 8 753,-98-3 1,167-5-735,15-18-3541,7 6 1936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25.531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28 122 72,'0'0'2087,"-3"10"-2011,-16 58 551,19-64-582,-1 0-1,0 0 1,1 0-1,0 0 1,0 0-1,0 0 1,1 0-1,-1 0 1,1 0-1,0 0 1,0 0-1,0 0 1,1 0-1,-1 0 1,1-1-1,0 1 0,0-1 1,4 5-1,6 3-36,0-1 0,1-1 0,0 0 0,0-1 0,1 0 0,0-1 0,1 0 0,-1-2 0,1 1 0,1-2-1,-1 0 1,24 3 0,-27-5-15,-1-1 0,1 0 0,0 0 0,0-2 0,-1 1 0,1-1-1,0-1 1,-1 0 0,1-1 0,-1 0 0,0 0 0,0-1 0,0-1 0,0 0-1,-1-1 1,0 1 0,15-13 0,-22 14 16,0 0 0,0 0 0,0 0 0,-1 0 0,0-1 0,0 1 1,0-1-1,-1 0 0,1 0 0,-1 1 0,0-1 0,0 0 0,-1 0 0,0-10 0,-5-72 406,4 82-376,0 0 0,-1 0 0,0 0 1,0 1-1,0-1 0,0 1 0,-1-1 0,0 1 0,0 0 1,0 0-1,0 0 0,-1 0 0,1 1 0,-1-1 0,0 1 1,0 0-1,-1 0 0,1 0 0,-6-2 0,-12-6 258,-1 1 0,-40-13 0,45 17-12,4 1-165,-1 1 0,0 0 0,1 1 0,-1 0 0,0 1 0,-28 1 0,36 1-151,1 1 0,0 0 1,0 0-1,0 0 0,0 1 1,0 0-1,0 1 0,0-1 1,0 1-1,1 0 1,0 0-1,-1 1 0,1-1 1,0 1-1,1 0 0,-1 1 1,1-1-1,-7 10 0,8-11-95,0 1-109,0 0-1,0 0 0,0 0 0,0 0 1,1 0-1,0 1 0,-1-1 1,2 1-1,-1 0 0,1-1 0,-1 1 1,1 0-1,0 7 0,1 0-1555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1.789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12 0 392,'0'0'3263,"-11"65"-2316,11-51-833,0 20 227,1 0 1,8 54-1,-5-20 17,-2-8-3,8 22-206,-4-1 1,-4 103-1,-3-90 134,35-94-331,-22 0-674,0 1 0,0 1-1,21 5 1,-17-3-303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3.693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0 209 368,'0'0'5272,"29"2"-4849,-12 0-434,0-1 0,0-1 1,0 0-1,0-1 0,0-1 1,-1-1-1,1 0 0,0-1 1,-1 0-1,0-2 0,0 0 1,0-1-1,-1 0 0,22-15 1,-34 17 9,0 0 0,0-1 0,-1 1 1,1-1-1,-1 1 0,-1-1 1,1 0-1,-1 1 0,0-1 0,0-10 1,-1-46 132,0 61-119,-1 0 1,1 0-1,-1 0 1,0 0-1,0 0 1,1 0-1,-1 0 1,0 0 0,0 0-1,0 1 1,0-1-1,0 0 1,0 1-1,0-1 1,0 1-1,0-1 1,0 1 0,0-1-1,0 1 1,-1 0-1,1 0 1,0 0-1,0-1 1,0 1-1,0 0 1,-1 0 0,1 0-1,-1 1 1,-46-2 46,37 2-65,-1 0 4,0 0-1,0 1 1,0 1 0,1-1 0,-1 2 0,1 0-1,0 0 1,-1 1 0,2 1 0,-1 0 0,1 0 0,0 1-1,0 0 1,1 1 0,0 0 0,-15 17 0,21-18-4,-1 0 0,1 0 0,1 0 1,-1 1-1,1-1 0,0 1 0,1-1 0,0 1 1,0 0-1,1 0 0,0-1 0,0 1 0,1 0 1,0 0-1,2 8 0,0-1 6,1 0 0,1 0 1,0-1-1,1 0 0,0 0 0,14 22 1,-11-24 8,1 1 0,0-2 0,0 1 0,1-1 0,1-1 0,0 0 0,0-1 0,1 0 0,0-1 0,1 0 0,-1-1 0,2 0 0,-1-2 0,22 7 0,-8-3 10,-14-3 11,0-2-1,1 0 1,0 0 0,-1-1 0,1-1-1,19 0 1,-20-1-165,-1-1-1,1 0 1,-1-1-1,1-1 1,-1 0-1,0 0 1,0-2 0,0 1-1,0-2 1,0 0-1,-1 0 1,0-1-1,0-1 1,0 0-1,13-11 1,-7 3-1758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5.232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284 43 496,'0'0'2827,"-17"-22"-1102,11 18-1676,0 1 0,-1 1 0,1-1 0,-1 1 0,1 1 0,-1-1 0,1 1 0,-1 0 0,0 0 0,0 1 1,0 0-1,1 0 0,-1 1 0,0 0 0,0 0 0,1 0 0,-1 1 0,0 0 0,1 0 0,0 1 0,0 0 0,-1 0 0,-9 7 0,8-5-43,1 0 0,0 1 0,0 0-1,1 0 1,-1 0 0,1 1 0,1 0-1,-1 0 1,1 0 0,1 1 0,-1 0-1,1 0 1,0 0 0,1 0 0,0 1-1,0-1 1,1 1 0,-1 11 0,3-19-3,-5 92 191,5-87-183,1 1-1,-1-1 1,1 0 0,0 1-1,1-1 1,0 0-1,0 1 1,0-1-1,0 0 1,1-1-1,7 12 1,0-4-6,2 0 0,0 0 1,0-1-1,1 0 0,25 16 1,-29-22-10,0-2 1,1 1-1,-1-1 1,1-1 0,0 0-1,0 0 1,0-1-1,0 0 1,0 0-1,0-1 1,11-1-1,17 0 5,-4 1-29,-1-1 1,0-2 0,44-8-1,64-18-3083,-123 23 826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6.080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163 54 592,'0'0'2475,"-5"-3"-2168,0 0-134,0 1 1,1-1-1,-1 1 0,-1 0 1,1 1-1,0-1 0,0 1 1,0 0-1,-10 0 0,11 1-123,1-1 0,0 2 0,-1-1 0,1 0 0,-1 1 0,1-1 0,0 1 0,-1 0 0,1 0 0,0 0 0,0 1 0,0-1 0,0 1 0,0 0 0,0 0 0,0 0 0,0 0 0,1 0 0,-5 5 0,3 0-31,0 1 0,0 0 0,0 0 0,1 0 0,0 0 0,1 0 0,0 1 0,0-1 0,1 1 0,0-1 1,0 1-1,1 0 0,0-1 0,3 16 0,-2 10 20,-1-31-38,1 0 0,0 1-1,0-1 1,0 0 0,0 0 0,0 0-1,1 0 1,-1 0 0,1 0 0,0 0-1,0 0 1,0 0 0,0-1 0,1 1-1,-1-1 1,1 0 0,-1 0 0,1 0-1,0 0 1,0 0 0,0 0 0,0-1-1,0 1 1,0-1 0,0 0 0,4 1-1,13 4-31,-1 0-1,41 6 0,-54-11 23,24 4-59,1-1 0,-1-1-1,1-2 1,0-1 0,34-5 0,-61 4 53,0 0 0,0-1 0,0 1 0,0-1 0,-1 0 0,1 0 1,0-1-1,-1 1 0,0-1 0,1 0 0,-1 0 0,0 0 0,-1 0 0,1 0 1,0 0-1,-1-1 0,0 0 0,0 1 0,0-1 0,0 0 0,-1 0 1,1 0-1,-1 0 0,1-5 0,2-7 13,-1-1 1,0 0 0,-1 0-1,-1-25 1,0 34 22,-1 1 0,-1 0 0,1-1 0,-1 1 0,0-1 0,-1 1 0,-3-11 0,3 15 13,0-1 0,0 1-1,-1-1 1,1 1 0,-1 0 0,0 0-1,0 0 1,0 1 0,0-1 0,0 1-1,0 0 1,-1-1 0,0 1 0,1 1-1,-6-3 1,-5-2-42,0 1 0,0 0 1,-1 1-1,0 1 0,1 0 0,-1 1 1,0 1-1,0 0 0,0 1 0,-20 2 1,33-1-115,0-1 0,0 1 1,0 0-1,-1-1 0,1 1 0,0 0 1,0 0-1,0 1 0,1-1 1,-1 0-1,0 1 0,0-1 0,1 1 1,-1-1-1,0 1 0,1 0 0,0-1 1,-1 1-1,1 0 0,0 0 1,0 0-1,0 0 0,0 0 0,1 1 1,-1-1-1,0 0 0,1 0 1,0 0-1,-1 5 0,0 13-2401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6.424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 1 280,'0'0'2815,"9"16"-2221,-2-3-453,0 4 125,2-1 0,0-1 0,0 0 0,2 0-1,17 19 1,-25-32-248,0 0 0,0 0 0,1 0 0,-1 0 1,1-1-1,0 1 0,-1-1 0,1 0 0,0 0 0,0 0 0,0-1 0,4 1 0,56-1-90,-35-1-168,-26 1 173,7 0-386,-1 0-1,0 0 1,0-1-1,14-4 1,0-4-1897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7.312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122 500 576,'0'0'2882,"5"-11"-2711,45-80 506,-41 74-669,-1 0-1,-1 0 0,-1-1 1,-1 1-1,0-2 0,4-34 1,-3-114-478,-6 130 284,0 35 189,-1 0 0,0 0 1,0 1-1,1-1 0,-1 0 0,0 1 0,-1-1 0,1 0 1,0 1-1,0 0 0,-1-1 0,1 1 0,-1 0 0,1-1 1,-1 1-1,1 0 0,-1 0 0,0 0 0,0 1 0,1-1 1,-1 0-1,0 1 0,0-1 0,0 1 0,0-1 0,-2 1 1,0-1 8,1 0 1,0 1-1,-1-1 1,1 1-1,0 0 1,-1 0-1,1 0 1,0 0-1,0 0 1,-1 1 0,1 0-1,0 0 1,0-1-1,-1 2 1,1-1-1,-4 2 1,-3 6 6,1 1 0,0 0 0,0 1-1,1-1 1,0 2 0,1-1 0,0 1 0,1 0 0,-8 21 0,4-7 80,2 2-1,1-1 1,-6 47 0,8-15 68,4 62 0,1-68-25,1-42-97,1-1 1,0 0-1,1 1 1,0-1-1,0 0 0,1 0 1,1-1-1,-1 1 1,1-1-1,1 0 0,0 0 1,0-1-1,1 1 1,0-1-1,12 10 0,11 10 23,2-1-1,52 34 0,-77-56-68,-1-1 0,1 0 0,-1-1 0,1 1 0,0-1 0,1-1 0,-1 0 0,0 0 0,1 0 0,8 1 0,-11-3-5,-1 0-1,1-1 1,-1 1 0,1-1-1,-1 1 1,0-1 0,0-1 0,1 1-1,-1-1 1,0 1 0,0-1 0,0 0-1,0-1 1,-1 1 0,1-1-1,-1 1 1,1-1 0,2-4 0,1 1 15,-1 0 0,0-1 0,0 0 0,0 0 1,-1 0-1,-1-1 0,1 0 0,-1 0 1,0 0-1,-1 0 0,0-1 0,0 0 0,-1 1 1,0-1-1,-1 0 0,1 0 0,-2 0 0,1 0 1,-1 0-1,-1 0 0,-2-13 0,3 19 23,-1 0 0,0-1-1,-1 1 1,1 0 0,0 0-1,-1 0 1,0 1-1,0-1 1,0 0 0,0 0-1,0 1 1,0 0 0,-1-1-1,1 1 1,-1 0 0,1 0-1,-1 0 1,0 0 0,0 1-1,0-1 1,0 1-1,0 0 1,0 0 0,0 0-1,-1 0 1,-5 0 0,-9-3 116,-1 2 0,1 0-1,-28 1 1,38 1-168,-4 0 1,-1 1 1,1 0-1,-1 0 1,0 1-1,1 1 0,0 0 1,-16 6-1,24-7-100,0-1-1,1 1 1,-1 0-1,1 0 0,-1 1 1,1-1-1,0 1 1,0 0-1,0-1 1,0 1-1,1 1 1,-1-1-1,1 0 0,0 1 1,0-1-1,0 1 1,0-1-1,1 1 1,-1 0-1,1 0 1,0 0-1,0 0 0,0 0 1,1 0-1,-1 0 1,1 5-1,0 8-2414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7.922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6 0 808,'0'0'3357,"-6"48"-2521,8-29-671,0 0 0,1 0 1,1 0-1,1 0 0,12 29 0,-10-27-16,0 0-1,-1 1 1,-1 0-1,2 23 1,-5-8 11,-2-25-149,0 1 0,0-1-1,1 0 1,1 0 0,0 0 0,1 0 0,0 0 0,1 0 0,0-1 0,0 1 0,11 16 0,-14-24-253,1 1 1,-1-1 0,0 1 0,0-1 0,0 1 0,0-1 0,-1 1 0,0-1 0,0 1-1,0 0 1,-2 5 0,1 7-1999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48.860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86 225 720,'0'0'3762,"23"0"-3076,-11 0-582,0-1 1,-1 0-1,1 0 0,-1-1 1,1-1-1,-1 0 0,15-6 1,-22 8-106,-1-1 1,1 1 0,-1-1-1,0 0 1,1 0-1,-1-1 1,0 1 0,0-1-1,-1 0 1,1 1-1,-1-1 1,1 0 0,-1-1-1,0 1 1,0 0-1,0-1 1,0 1 0,-1-1-1,0 1 1,1-1-1,-1 0 1,-1 1 0,1-1-1,0 0 1,-1 0-1,0-4 1,0-76-280,0 82 278,-1 1 0,0-1 0,0 0 0,0 1-1,0-1 1,0 1 0,0-1 0,-1 1 0,1 0 0,0-1 0,-1 1 0,1 0 0,-1 0 0,1 0 0,-1 0 0,1 0-1,-1 0 1,0 1 0,0-1 0,1 0 0,-1 1 0,0-1 0,0 1 0,0 0 0,-2 0 0,-49-8 13,42 7-26,-1 1-1,1 0 1,0 0-1,0 1 1,0 1-1,0 0 1,0 0-1,-17 7 1,24-7 11,0 0-1,0 0 1,1 1-1,-1-1 1,1 1-1,-1 0 1,1 0 0,0 0-1,0 1 1,0-1-1,0 1 1,1 0-1,0-1 1,-1 1 0,1 0-1,1 0 1,-1 1-1,1-1 1,-1 0 0,1 1-1,0-1 1,1 0-1,-1 8 1,-2 25 119,1-1 0,7 67 0,-4-94-109,2-1-1,-1 1 0,1-1 1,0 1-1,1-1 0,0 0 1,0 0-1,1-1 1,0 1-1,7 7 0,-2-3 15,1 0-1,0-1 0,1 0 1,23 17-1,-28-24-15,0 0-1,1-1 0,-1 1 0,1-1 1,-1-1-1,1 0 0,0 0 0,0 0 1,10 0-1,80-1 35,-13-1-55,-75 1-24,50 4-154,-58-5 56,1 0 0,-1 0 1,1 0-1,-1 0 1,0 0-1,1-1 0,-1 1 1,1-1-1,-1 1 0,0-1 1,1 0-1,-1 0 0,0 0 1,0 0-1,0 0 1,0-1-1,0 1 0,2-2 1,3-13-1827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50.209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 0 592,'0'0'4469,"0"28"-4136,0 203 490,0-230-709,3 5-57,6-1-119,1-1 1,0-1-1,0 0 0,15 3 0,23-6-3499,-31-5 1339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1-02-03T07:50:51.757"/>
    </inkml:context>
    <inkml:brush xml:id="br0">
      <inkml:brushProperty name="width" value="0.2" units="cm"/>
      <inkml:brushProperty name="height" value="0.2" units="cm"/>
      <inkml:brushProperty name="color" value="#2109CF"/>
    </inkml:brush>
  </inkml:definitions>
  <inkml:trace contextRef="#ctx0" brushRef="#br0">1 123 72,'0'0'3167,"6"-33"-2877,-4 27-99,-1 0 0,0-1 1,0 1-1,-1 0 0,0-12 1,0 3-220,26-7 585,-25 22-566,2-4 444,3 10-302,9 15-207,-11-16 114,19 25-49,36 52 115,-55-75-127,0 0 0,-1 1 0,0-1 0,0 1-1,0-1 1,-1 1 0,0 0 0,-1 0 0,2 16 0,-3 45-1735,0-41-417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7B4752-F66B-4FD7-99E2-0B5F30EA82A3}" type="datetimeFigureOut">
              <a:rPr lang="ru-RU" smtClean="0"/>
              <a:t>24.01.2025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642938"/>
            <a:ext cx="3086100" cy="1736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914400" y="2474913"/>
            <a:ext cx="7315200" cy="20256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5180013" y="4886325"/>
            <a:ext cx="3962400" cy="2571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0B8475-8038-4C27-8E47-6C91F6688438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264630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0B8475-8038-4C27-8E47-6C91F6688438}" type="slidenum">
              <a:rPr lang="ru-RU" smtClean="0"/>
              <a:t>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835038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2485" y="661782"/>
            <a:ext cx="7475220" cy="219456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5400" b="1" cap="all" baseline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82148" y="2902226"/>
            <a:ext cx="6575895" cy="1041124"/>
          </a:xfrm>
        </p:spPr>
        <p:txBody>
          <a:bodyPr>
            <a:normAutofit/>
          </a:bodyPr>
          <a:lstStyle>
            <a:lvl1pPr marL="0" indent="0" algn="ctr">
              <a:buNone/>
              <a:defRPr sz="1650">
                <a:solidFill>
                  <a:srgbClr val="FFFFFF"/>
                </a:solidFill>
              </a:defRPr>
            </a:lvl1pPr>
            <a:lvl2pPr marL="342900" indent="0" algn="ctr">
              <a:buNone/>
              <a:defRPr sz="1650"/>
            </a:lvl2pPr>
            <a:lvl3pPr marL="685800" indent="0" algn="ctr">
              <a:buNone/>
              <a:defRPr sz="165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cxnSp>
        <p:nvCxnSpPr>
          <p:cNvPr id="8" name="Straight Connector 7"/>
          <p:cNvCxnSpPr/>
          <p:nvPr/>
        </p:nvCxnSpPr>
        <p:spPr>
          <a:xfrm>
            <a:off x="1483995" y="2800350"/>
            <a:ext cx="61722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01370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0462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9818" y="880181"/>
            <a:ext cx="7475220" cy="219456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5400" b="0" cap="all" baseline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2446" y="3115890"/>
            <a:ext cx="6576822" cy="1022855"/>
          </a:xfrm>
        </p:spPr>
        <p:txBody>
          <a:bodyPr anchor="t">
            <a:normAutofit/>
          </a:bodyPr>
          <a:lstStyle>
            <a:lvl1pPr marL="0" indent="0" algn="ctr">
              <a:buNone/>
              <a:defRPr sz="1650">
                <a:solidFill>
                  <a:schemeClr val="accent1"/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  <p:cxnSp>
        <p:nvCxnSpPr>
          <p:cNvPr id="7" name="Straight Connector 6"/>
          <p:cNvCxnSpPr/>
          <p:nvPr/>
        </p:nvCxnSpPr>
        <p:spPr>
          <a:xfrm>
            <a:off x="1485900" y="3015306"/>
            <a:ext cx="61722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2273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57250" y="1543049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0709" y="1543050"/>
            <a:ext cx="3566160" cy="301752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223826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0" y="1501133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57250" y="204111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01880" y="1499274"/>
            <a:ext cx="3566160" cy="58293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01880" y="2039492"/>
            <a:ext cx="3566160" cy="2537460"/>
          </a:xfrm>
        </p:spPr>
        <p:txBody>
          <a:bodyPr/>
          <a:lstStyle>
            <a:lvl1pPr>
              <a:defRPr sz="165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35995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103601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976764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389119" y="822960"/>
            <a:ext cx="3909060" cy="349758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2631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348001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7250" y="822960"/>
            <a:ext cx="2948940" cy="130302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30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59936" y="802385"/>
            <a:ext cx="4574286" cy="360045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1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57250" y="2125980"/>
            <a:ext cx="2948940" cy="216027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750"/>
              </a:spcBef>
              <a:buNone/>
              <a:defRPr sz="1275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6604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9875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71500"/>
            <a:ext cx="1743075" cy="405765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57250" y="571500"/>
            <a:ext cx="5572125" cy="4057650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234206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1/24/2025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7904319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173355" y="182881"/>
            <a:ext cx="8793480" cy="4783454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57250" y="457200"/>
            <a:ext cx="7406640" cy="10172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7251" y="1543050"/>
            <a:ext cx="7404653" cy="30289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7247" y="4667871"/>
            <a:ext cx="1746806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accent1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961861" y="4667871"/>
            <a:ext cx="3538331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accent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7148" y="4667871"/>
            <a:ext cx="1279663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B6F15528-21DE-4FAA-801E-634DDDAF4B2B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848333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  <p:sldLayoutId id="2147483678" r:id="rId12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50" indent="-137160" algn="l" defTabSz="685800" rtl="0" eaLnBrk="1" latinLnBrk="0" hangingPunct="1">
        <a:lnSpc>
          <a:spcPct val="90000"/>
        </a:lnSpc>
        <a:spcBef>
          <a:spcPts val="1050"/>
        </a:spcBef>
        <a:buClr>
          <a:schemeClr val="accent1"/>
        </a:buClr>
        <a:buSzPct val="80000"/>
        <a:buFont typeface="Corbel" pitchFamily="34" charset="0"/>
        <a:buChar char="•"/>
        <a:defRPr sz="1650" kern="1200">
          <a:solidFill>
            <a:schemeClr val="accent1"/>
          </a:solidFill>
          <a:latin typeface="+mn-lt"/>
          <a:ea typeface="+mn-ea"/>
          <a:cs typeface="+mn-cs"/>
        </a:defRPr>
      </a:lvl1pPr>
      <a:lvl2pPr marL="34290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5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54864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350" kern="1200">
          <a:solidFill>
            <a:schemeClr val="accent1"/>
          </a:solidFill>
          <a:latin typeface="+mn-lt"/>
          <a:ea typeface="+mn-ea"/>
          <a:cs typeface="+mn-cs"/>
        </a:defRPr>
      </a:lvl3pPr>
      <a:lvl4pPr marL="75438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960120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20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4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1650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18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SzPct val="80000"/>
        <a:buFont typeface="Corbel" pitchFamily="34" charset="0"/>
        <a:buChar char="•"/>
        <a:defRPr sz="12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5.xml"/><Relationship Id="rId18" Type="http://schemas.openxmlformats.org/officeDocument/2006/relationships/image" Target="../media/image9.png"/><Relationship Id="rId26" Type="http://schemas.openxmlformats.org/officeDocument/2006/relationships/image" Target="../media/image13.png"/><Relationship Id="rId39" Type="http://schemas.openxmlformats.org/officeDocument/2006/relationships/image" Target="../media/image3.jpeg"/><Relationship Id="rId21" Type="http://schemas.openxmlformats.org/officeDocument/2006/relationships/customXml" Target="../ink/ink9.xml"/><Relationship Id="rId34" Type="http://schemas.openxmlformats.org/officeDocument/2006/relationships/image" Target="../media/image17.png"/><Relationship Id="rId7" Type="http://schemas.openxmlformats.org/officeDocument/2006/relationships/customXml" Target="../ink/ink2.xml"/><Relationship Id="rId12" Type="http://schemas.openxmlformats.org/officeDocument/2006/relationships/image" Target="../media/image6.png"/><Relationship Id="rId17" Type="http://schemas.openxmlformats.org/officeDocument/2006/relationships/customXml" Target="../ink/ink7.xml"/><Relationship Id="rId25" Type="http://schemas.openxmlformats.org/officeDocument/2006/relationships/customXml" Target="../ink/ink11.xml"/><Relationship Id="rId33" Type="http://schemas.openxmlformats.org/officeDocument/2006/relationships/customXml" Target="../ink/ink15.xml"/><Relationship Id="rId38" Type="http://schemas.openxmlformats.org/officeDocument/2006/relationships/image" Target="../media/image19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8.png"/><Relationship Id="rId20" Type="http://schemas.openxmlformats.org/officeDocument/2006/relationships/image" Target="../media/image10.png"/><Relationship Id="rId29" Type="http://schemas.openxmlformats.org/officeDocument/2006/relationships/customXml" Target="../ink/ink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11" Type="http://schemas.openxmlformats.org/officeDocument/2006/relationships/customXml" Target="../ink/ink4.xml"/><Relationship Id="rId24" Type="http://schemas.openxmlformats.org/officeDocument/2006/relationships/image" Target="../media/image12.png"/><Relationship Id="rId32" Type="http://schemas.openxmlformats.org/officeDocument/2006/relationships/image" Target="../media/image16.png"/><Relationship Id="rId37" Type="http://schemas.openxmlformats.org/officeDocument/2006/relationships/customXml" Target="../ink/ink17.xml"/><Relationship Id="rId5" Type="http://schemas.openxmlformats.org/officeDocument/2006/relationships/customXml" Target="../ink/ink1.xml"/><Relationship Id="rId15" Type="http://schemas.openxmlformats.org/officeDocument/2006/relationships/customXml" Target="../ink/ink6.xml"/><Relationship Id="rId23" Type="http://schemas.openxmlformats.org/officeDocument/2006/relationships/customXml" Target="../ink/ink10.xml"/><Relationship Id="rId28" Type="http://schemas.openxmlformats.org/officeDocument/2006/relationships/image" Target="../media/image14.png"/><Relationship Id="rId36" Type="http://schemas.openxmlformats.org/officeDocument/2006/relationships/image" Target="../media/image18.png"/><Relationship Id="rId10" Type="http://schemas.openxmlformats.org/officeDocument/2006/relationships/image" Target="../media/image5.png"/><Relationship Id="rId19" Type="http://schemas.openxmlformats.org/officeDocument/2006/relationships/customXml" Target="../ink/ink8.xml"/><Relationship Id="rId31" Type="http://schemas.openxmlformats.org/officeDocument/2006/relationships/customXml" Target="../ink/ink14.xml"/><Relationship Id="rId4" Type="http://schemas.openxmlformats.org/officeDocument/2006/relationships/image" Target="../media/image2.jpg"/><Relationship Id="rId9" Type="http://schemas.openxmlformats.org/officeDocument/2006/relationships/customXml" Target="../ink/ink3.xml"/><Relationship Id="rId14" Type="http://schemas.openxmlformats.org/officeDocument/2006/relationships/image" Target="../media/image7.png"/><Relationship Id="rId22" Type="http://schemas.openxmlformats.org/officeDocument/2006/relationships/image" Target="../media/image11.png"/><Relationship Id="rId27" Type="http://schemas.openxmlformats.org/officeDocument/2006/relationships/customXml" Target="../ink/ink12.xml"/><Relationship Id="rId30" Type="http://schemas.openxmlformats.org/officeDocument/2006/relationships/image" Target="../media/image15.png"/><Relationship Id="rId35" Type="http://schemas.openxmlformats.org/officeDocument/2006/relationships/customXml" Target="../ink/ink16.xml"/><Relationship Id="rId8" Type="http://schemas.openxmlformats.org/officeDocument/2006/relationships/image" Target="../media/image4.png"/><Relationship Id="rId3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png"/><Relationship Id="rId4" Type="http://schemas.openxmlformats.org/officeDocument/2006/relationships/image" Target="../media/image2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75677" y="248107"/>
            <a:ext cx="7192645" cy="244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ts val="1664"/>
              </a:lnSpc>
            </a:pPr>
            <a:r>
              <a:rPr lang="en-US" sz="2000" spc="-5" dirty="0">
                <a:latin typeface="+mj-lt"/>
              </a:rPr>
              <a:t>Connecting to network equipment</a:t>
            </a:r>
            <a:endParaRPr sz="2000" spc="-5" dirty="0">
              <a:latin typeface="+mj-lt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5443" y="515662"/>
            <a:ext cx="3493226" cy="2757165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lang="en-US" sz="1600" spc="-5" dirty="0">
                <a:cs typeface="Times New Roman" panose="02020603050405020304" pitchFamily="18" charset="0"/>
              </a:rPr>
              <a:t>Possible connection methods:</a:t>
            </a:r>
            <a:endParaRPr lang="ru-RU" sz="1600" dirty="0">
              <a:cs typeface="Times New Roman" panose="02020603050405020304" pitchFamily="18" charset="0"/>
            </a:endParaRP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400" dirty="0">
                <a:cs typeface="Times New Roman" panose="02020603050405020304" pitchFamily="18" charset="0"/>
              </a:rPr>
              <a:t>Using a console cable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400" dirty="0">
                <a:cs typeface="Times New Roman" panose="02020603050405020304" pitchFamily="18" charset="0"/>
              </a:rPr>
              <a:t>Telnet / SSH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400" dirty="0">
                <a:cs typeface="Times New Roman" panose="02020603050405020304" pitchFamily="18" charset="0"/>
              </a:rPr>
              <a:t>Web interface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400" dirty="0">
                <a:cs typeface="Times New Roman" panose="02020603050405020304" pitchFamily="18" charset="0"/>
              </a:rPr>
              <a:t>Specialized software (SDM, CSM, IME)</a:t>
            </a:r>
          </a:p>
          <a:p>
            <a:pPr marL="159385">
              <a:lnSpc>
                <a:spcPct val="100000"/>
              </a:lnSpc>
              <a:spcBef>
                <a:spcPts val="285"/>
              </a:spcBef>
              <a:tabLst>
                <a:tab pos="469265" algn="l"/>
                <a:tab pos="469900" algn="l"/>
              </a:tabLst>
            </a:pPr>
            <a:endParaRPr lang="en-US" sz="1400" spc="-5" dirty="0">
              <a:cs typeface="Times New Roman" panose="02020603050405020304" pitchFamily="18" charset="0"/>
            </a:endParaRPr>
          </a:p>
          <a:p>
            <a:pPr marL="159385">
              <a:lnSpc>
                <a:spcPct val="100000"/>
              </a:lnSpc>
              <a:spcBef>
                <a:spcPts val="285"/>
              </a:spcBef>
              <a:tabLst>
                <a:tab pos="469265" algn="l"/>
                <a:tab pos="469900" algn="l"/>
              </a:tabLst>
            </a:pPr>
            <a:r>
              <a:rPr lang="en-US" sz="1600" spc="-5" dirty="0">
                <a:cs typeface="Times New Roman" panose="02020603050405020304" pitchFamily="18" charset="0"/>
              </a:rPr>
              <a:t>What do you need to connect?</a:t>
            </a:r>
            <a:endParaRPr lang="ru-RU" sz="1600" dirty="0">
              <a:cs typeface="Times New Roman" panose="02020603050405020304" pitchFamily="18" charset="0"/>
            </a:endParaRP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200" spc="-5" dirty="0">
                <a:cs typeface="Times New Roman" panose="02020603050405020304" pitchFamily="18" charset="0"/>
              </a:rPr>
              <a:t>Computer / Laptop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200" spc="-5" dirty="0">
                <a:cs typeface="Times New Roman" panose="02020603050405020304" pitchFamily="18" charset="0"/>
              </a:rPr>
              <a:t>Console cable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200" spc="-5" dirty="0" err="1">
                <a:cs typeface="Times New Roman" panose="02020603050405020304" pitchFamily="18" charset="0"/>
              </a:rPr>
              <a:t>Usb</a:t>
            </a:r>
            <a:r>
              <a:rPr lang="en-US" sz="1200" spc="-5" dirty="0">
                <a:cs typeface="Times New Roman" panose="02020603050405020304" pitchFamily="18" charset="0"/>
              </a:rPr>
              <a:t>-to-Com adapter</a:t>
            </a:r>
          </a:p>
          <a:p>
            <a:pPr marL="469900" indent="-310515">
              <a:lnSpc>
                <a:spcPct val="100000"/>
              </a:lnSpc>
              <a:spcBef>
                <a:spcPts val="285"/>
              </a:spcBef>
              <a:buChar char="●"/>
              <a:tabLst>
                <a:tab pos="469265" algn="l"/>
                <a:tab pos="469900" algn="l"/>
              </a:tabLst>
            </a:pPr>
            <a:r>
              <a:rPr lang="en-US" sz="1200" spc="-5" dirty="0">
                <a:cs typeface="Times New Roman" panose="02020603050405020304" pitchFamily="18" charset="0"/>
              </a:rPr>
              <a:t>Putty / </a:t>
            </a:r>
            <a:r>
              <a:rPr lang="en-US" sz="1200" spc="-5" dirty="0" err="1">
                <a:cs typeface="Times New Roman" panose="02020603050405020304" pitchFamily="18" charset="0"/>
              </a:rPr>
              <a:t>SecureCRT</a:t>
            </a:r>
            <a:r>
              <a:rPr lang="en-US" sz="1200" spc="-5" dirty="0">
                <a:cs typeface="Times New Roman" panose="02020603050405020304" pitchFamily="18" charset="0"/>
              </a:rPr>
              <a:t> / </a:t>
            </a:r>
            <a:r>
              <a:rPr lang="en-US" sz="1200" spc="-5" dirty="0" err="1">
                <a:cs typeface="Times New Roman" panose="02020603050405020304" pitchFamily="18" charset="0"/>
              </a:rPr>
              <a:t>Teraterm</a:t>
            </a:r>
            <a:endParaRPr lang="ru-RU" sz="1000" spc="-5" dirty="0">
              <a:cs typeface="Times New Roman" panose="02020603050405020304" pitchFamily="18" charset="0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5019973" y="553348"/>
            <a:ext cx="3740486" cy="31799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3846008" y="3726405"/>
            <a:ext cx="1156685" cy="122460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27ED33-E142-4A52-B78F-33171A6C077E}"/>
              </a:ext>
            </a:extLst>
          </p:cNvPr>
          <p:cNvSpPr txBox="1"/>
          <p:nvPr/>
        </p:nvSpPr>
        <p:spPr>
          <a:xfrm>
            <a:off x="3171507" y="3094195"/>
            <a:ext cx="156467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59385">
              <a:lnSpc>
                <a:spcPct val="100000"/>
              </a:lnSpc>
              <a:spcBef>
                <a:spcPts val="150"/>
              </a:spcBef>
              <a:tabLst>
                <a:tab pos="469265" algn="l"/>
                <a:tab pos="469900" algn="l"/>
              </a:tabLst>
            </a:pPr>
            <a:r>
              <a:rPr lang="en-US" sz="1800" b="1" spc="-5" dirty="0">
                <a:cs typeface="Times New Roman" panose="02020603050405020304" pitchFamily="18" charset="0"/>
              </a:rPr>
              <a:t>COM=RS232</a:t>
            </a:r>
            <a:endParaRPr lang="en-US" sz="1800" b="1" dirty="0">
              <a:cs typeface="Times New Roman" panose="02020603050405020304" pitchFamily="18" charset="0"/>
            </a:endParaRPr>
          </a:p>
        </p:txBody>
      </p:sp>
      <p:sp>
        <p:nvSpPr>
          <p:cNvPr id="9" name="Овал 8">
            <a:extLst>
              <a:ext uri="{FF2B5EF4-FFF2-40B4-BE49-F238E27FC236}">
                <a16:creationId xmlns:a16="http://schemas.microsoft.com/office/drawing/2014/main" id="{4C860506-2A2B-4639-9C49-17835C5C10E4}"/>
              </a:ext>
            </a:extLst>
          </p:cNvPr>
          <p:cNvSpPr/>
          <p:nvPr/>
        </p:nvSpPr>
        <p:spPr>
          <a:xfrm>
            <a:off x="3308648" y="2929927"/>
            <a:ext cx="1357159" cy="685800"/>
          </a:xfrm>
          <a:prstGeom prst="ellipse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65C07061-8046-4A8A-BE0A-9BA4D731D322}"/>
              </a:ext>
            </a:extLst>
          </p:cNvPr>
          <p:cNvCxnSpPr/>
          <p:nvPr/>
        </p:nvCxnSpPr>
        <p:spPr>
          <a:xfrm>
            <a:off x="4665807" y="3302598"/>
            <a:ext cx="471641" cy="10800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Группа 11">
            <a:extLst>
              <a:ext uri="{FF2B5EF4-FFF2-40B4-BE49-F238E27FC236}">
                <a16:creationId xmlns:a16="http://schemas.microsoft.com/office/drawing/2014/main" id="{B0E05B78-3497-4958-8BC0-496DA50A1AFE}"/>
              </a:ext>
            </a:extLst>
          </p:cNvPr>
          <p:cNvGrpSpPr/>
          <p:nvPr/>
        </p:nvGrpSpPr>
        <p:grpSpPr>
          <a:xfrm>
            <a:off x="6593228" y="3773844"/>
            <a:ext cx="386640" cy="384480"/>
            <a:chOff x="6323929" y="4199604"/>
            <a:chExt cx="386640" cy="38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">
              <p14:nvContentPartPr>
                <p14:cNvPr id="7" name="Рукописный ввод 6">
                  <a:extLst>
                    <a:ext uri="{FF2B5EF4-FFF2-40B4-BE49-F238E27FC236}">
                      <a16:creationId xmlns:a16="http://schemas.microsoft.com/office/drawing/2014/main" id="{CF0B855F-1326-4569-9373-5CA13463AF26}"/>
                    </a:ext>
                  </a:extLst>
                </p14:cNvPr>
                <p14:cNvContentPartPr/>
                <p14:nvPr/>
              </p14:nvContentPartPr>
              <p14:xfrm>
                <a:off x="6349849" y="4201764"/>
                <a:ext cx="360720" cy="382320"/>
              </p14:xfrm>
            </p:contentPart>
          </mc:Choice>
          <mc:Fallback xmlns="">
            <p:pic>
              <p:nvPicPr>
                <p:cNvPr id="7" name="Рукописный ввод 6">
                  <a:extLst>
                    <a:ext uri="{FF2B5EF4-FFF2-40B4-BE49-F238E27FC236}">
                      <a16:creationId xmlns:a16="http://schemas.microsoft.com/office/drawing/2014/main" id="{CF0B855F-1326-4569-9373-5CA13463AF26}"/>
                    </a:ext>
                  </a:extLst>
                </p:cNvPr>
                <p:cNvPicPr/>
                <p:nvPr/>
              </p:nvPicPr>
              <p:blipFill>
                <a:blip r:embed="rId6"/>
                <a:stretch>
                  <a:fillRect/>
                </a:stretch>
              </p:blipFill>
              <p:spPr>
                <a:xfrm>
                  <a:off x="6313849" y="4166124"/>
                  <a:ext cx="43236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">
              <p14:nvContentPartPr>
                <p14:cNvPr id="10" name="Рукописный ввод 9">
                  <a:extLst>
                    <a:ext uri="{FF2B5EF4-FFF2-40B4-BE49-F238E27FC236}">
                      <a16:creationId xmlns:a16="http://schemas.microsoft.com/office/drawing/2014/main" id="{343360FC-82D6-4D58-A186-61FB5A67AEB7}"/>
                    </a:ext>
                  </a:extLst>
                </p14:cNvPr>
                <p14:cNvContentPartPr/>
                <p14:nvPr/>
              </p14:nvContentPartPr>
              <p14:xfrm>
                <a:off x="6323929" y="4199604"/>
                <a:ext cx="222480" cy="177120"/>
              </p14:xfrm>
            </p:contentPart>
          </mc:Choice>
          <mc:Fallback xmlns="">
            <p:pic>
              <p:nvPicPr>
                <p:cNvPr id="10" name="Рукописный ввод 9">
                  <a:extLst>
                    <a:ext uri="{FF2B5EF4-FFF2-40B4-BE49-F238E27FC236}">
                      <a16:creationId xmlns:a16="http://schemas.microsoft.com/office/drawing/2014/main" id="{343360FC-82D6-4D58-A186-61FB5A67AEB7}"/>
                    </a:ext>
                  </a:extLst>
                </p:cNvPr>
                <p:cNvPicPr/>
                <p:nvPr/>
              </p:nvPicPr>
              <p:blipFill>
                <a:blip r:embed="rId8"/>
                <a:stretch>
                  <a:fillRect/>
                </a:stretch>
              </p:blipFill>
              <p:spPr>
                <a:xfrm>
                  <a:off x="6288289" y="4163604"/>
                  <a:ext cx="294120" cy="248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3" name="Рукописный ввод 12">
                <a:extLst>
                  <a:ext uri="{FF2B5EF4-FFF2-40B4-BE49-F238E27FC236}">
                    <a16:creationId xmlns:a16="http://schemas.microsoft.com/office/drawing/2014/main" id="{B91E1888-A39C-4493-B2B4-522783D4C221}"/>
                  </a:ext>
                </a:extLst>
              </p14:cNvPr>
              <p14:cNvContentPartPr/>
              <p14:nvPr/>
            </p14:nvContentPartPr>
            <p14:xfrm>
              <a:off x="5715000" y="4404752"/>
              <a:ext cx="252360" cy="185400"/>
            </p14:xfrm>
          </p:contentPart>
        </mc:Choice>
        <mc:Fallback xmlns="">
          <p:pic>
            <p:nvPicPr>
              <p:cNvPr id="13" name="Рукописный ввод 12">
                <a:extLst>
                  <a:ext uri="{FF2B5EF4-FFF2-40B4-BE49-F238E27FC236}">
                    <a16:creationId xmlns:a16="http://schemas.microsoft.com/office/drawing/2014/main" id="{B91E1888-A39C-4493-B2B4-522783D4C221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5679000" y="4368752"/>
                <a:ext cx="32400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4" name="Рукописный ввод 13">
                <a:extLst>
                  <a:ext uri="{FF2B5EF4-FFF2-40B4-BE49-F238E27FC236}">
                    <a16:creationId xmlns:a16="http://schemas.microsoft.com/office/drawing/2014/main" id="{0BC4291B-7F6A-4D37-98BA-4B2356603EF3}"/>
                  </a:ext>
                </a:extLst>
              </p14:cNvPr>
              <p14:cNvContentPartPr/>
              <p14:nvPr/>
            </p14:nvContentPartPr>
            <p14:xfrm>
              <a:off x="6041160" y="4440032"/>
              <a:ext cx="178200" cy="131040"/>
            </p14:xfrm>
          </p:contentPart>
        </mc:Choice>
        <mc:Fallback xmlns="">
          <p:pic>
            <p:nvPicPr>
              <p:cNvPr id="14" name="Рукописный ввод 13">
                <a:extLst>
                  <a:ext uri="{FF2B5EF4-FFF2-40B4-BE49-F238E27FC236}">
                    <a16:creationId xmlns:a16="http://schemas.microsoft.com/office/drawing/2014/main" id="{0BC4291B-7F6A-4D37-98BA-4B2356603EF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6005160" y="4404032"/>
                <a:ext cx="24984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5" name="Рукописный ввод 14">
                <a:extLst>
                  <a:ext uri="{FF2B5EF4-FFF2-40B4-BE49-F238E27FC236}">
                    <a16:creationId xmlns:a16="http://schemas.microsoft.com/office/drawing/2014/main" id="{A011B716-6AE4-47B4-BFA1-6F02D73F4438}"/>
                  </a:ext>
                </a:extLst>
              </p14:cNvPr>
              <p14:cNvContentPartPr/>
              <p14:nvPr/>
            </p14:nvContentPartPr>
            <p14:xfrm>
              <a:off x="6275880" y="4426352"/>
              <a:ext cx="172440" cy="142560"/>
            </p14:xfrm>
          </p:contentPart>
        </mc:Choice>
        <mc:Fallback xmlns="">
          <p:pic>
            <p:nvPicPr>
              <p:cNvPr id="15" name="Рукописный ввод 14">
                <a:extLst>
                  <a:ext uri="{FF2B5EF4-FFF2-40B4-BE49-F238E27FC236}">
                    <a16:creationId xmlns:a16="http://schemas.microsoft.com/office/drawing/2014/main" id="{A011B716-6AE4-47B4-BFA1-6F02D73F4438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6240240" y="4390712"/>
                <a:ext cx="244080" cy="21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6" name="Рукописный ввод 15">
                <a:extLst>
                  <a:ext uri="{FF2B5EF4-FFF2-40B4-BE49-F238E27FC236}">
                    <a16:creationId xmlns:a16="http://schemas.microsoft.com/office/drawing/2014/main" id="{24072BE0-386A-4EFB-8AFA-B9ADA8E0351E}"/>
                  </a:ext>
                </a:extLst>
              </p14:cNvPr>
              <p14:cNvContentPartPr/>
              <p14:nvPr/>
            </p14:nvContentPartPr>
            <p14:xfrm>
              <a:off x="6479280" y="4418792"/>
              <a:ext cx="129600" cy="171360"/>
            </p14:xfrm>
          </p:contentPart>
        </mc:Choice>
        <mc:Fallback xmlns="">
          <p:pic>
            <p:nvPicPr>
              <p:cNvPr id="16" name="Рукописный ввод 15">
                <a:extLst>
                  <a:ext uri="{FF2B5EF4-FFF2-40B4-BE49-F238E27FC236}">
                    <a16:creationId xmlns:a16="http://schemas.microsoft.com/office/drawing/2014/main" id="{24072BE0-386A-4EFB-8AFA-B9ADA8E0351E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6443280" y="4382792"/>
                <a:ext cx="201240" cy="24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7" name="Рукописный ввод 16">
                <a:extLst>
                  <a:ext uri="{FF2B5EF4-FFF2-40B4-BE49-F238E27FC236}">
                    <a16:creationId xmlns:a16="http://schemas.microsoft.com/office/drawing/2014/main" id="{6362D8D9-5F77-49EC-8A54-B68C7C9FEA0C}"/>
                  </a:ext>
                </a:extLst>
              </p14:cNvPr>
              <p14:cNvContentPartPr/>
              <p14:nvPr/>
            </p14:nvContentPartPr>
            <p14:xfrm>
              <a:off x="6663960" y="4436072"/>
              <a:ext cx="170280" cy="136080"/>
            </p14:xfrm>
          </p:contentPart>
        </mc:Choice>
        <mc:Fallback xmlns="">
          <p:pic>
            <p:nvPicPr>
              <p:cNvPr id="17" name="Рукописный ввод 16">
                <a:extLst>
                  <a:ext uri="{FF2B5EF4-FFF2-40B4-BE49-F238E27FC236}">
                    <a16:creationId xmlns:a16="http://schemas.microsoft.com/office/drawing/2014/main" id="{6362D8D9-5F77-49EC-8A54-B68C7C9FEA0C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6628320" y="4400432"/>
                <a:ext cx="241920" cy="20772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Группа 39">
            <a:extLst>
              <a:ext uri="{FF2B5EF4-FFF2-40B4-BE49-F238E27FC236}">
                <a16:creationId xmlns:a16="http://schemas.microsoft.com/office/drawing/2014/main" id="{888D64D5-1E41-4D68-945F-667B88A8EA9B}"/>
              </a:ext>
            </a:extLst>
          </p:cNvPr>
          <p:cNvGrpSpPr/>
          <p:nvPr/>
        </p:nvGrpSpPr>
        <p:grpSpPr>
          <a:xfrm>
            <a:off x="6883560" y="4195592"/>
            <a:ext cx="1468080" cy="344880"/>
            <a:chOff x="6915769" y="4450884"/>
            <a:chExt cx="1468080" cy="344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">
              <p14:nvContentPartPr>
                <p14:cNvPr id="29" name="Рукописный ввод 28">
                  <a:extLst>
                    <a:ext uri="{FF2B5EF4-FFF2-40B4-BE49-F238E27FC236}">
                      <a16:creationId xmlns:a16="http://schemas.microsoft.com/office/drawing/2014/main" id="{EB13EE6F-2E95-4D69-A9B0-DBC95E11D964}"/>
                    </a:ext>
                  </a:extLst>
                </p14:cNvPr>
                <p14:cNvContentPartPr/>
                <p14:nvPr/>
              </p14:nvContentPartPr>
              <p14:xfrm>
                <a:off x="6915769" y="4494084"/>
                <a:ext cx="55440" cy="294840"/>
              </p14:xfrm>
            </p:contentPart>
          </mc:Choice>
          <mc:Fallback xmlns="">
            <p:pic>
              <p:nvPicPr>
                <p:cNvPr id="29" name="Рукописный ввод 28">
                  <a:extLst>
                    <a:ext uri="{FF2B5EF4-FFF2-40B4-BE49-F238E27FC236}">
                      <a16:creationId xmlns:a16="http://schemas.microsoft.com/office/drawing/2014/main" id="{EB13EE6F-2E95-4D69-A9B0-DBC95E11D964}"/>
                    </a:ext>
                  </a:extLst>
                </p:cNvPr>
                <p:cNvPicPr/>
                <p:nvPr/>
              </p:nvPicPr>
              <p:blipFill>
                <a:blip r:embed="rId20"/>
                <a:stretch>
                  <a:fillRect/>
                </a:stretch>
              </p:blipFill>
              <p:spPr>
                <a:xfrm>
                  <a:off x="6880129" y="4458084"/>
                  <a:ext cx="1270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">
              <p14:nvContentPartPr>
                <p14:cNvPr id="30" name="Рукописный ввод 29">
                  <a:extLst>
                    <a:ext uri="{FF2B5EF4-FFF2-40B4-BE49-F238E27FC236}">
                      <a16:creationId xmlns:a16="http://schemas.microsoft.com/office/drawing/2014/main" id="{588B299F-CA5E-4894-81E3-10DB1ACA8E52}"/>
                    </a:ext>
                  </a:extLst>
                </p14:cNvPr>
                <p14:cNvContentPartPr/>
                <p14:nvPr/>
              </p14:nvContentPartPr>
              <p14:xfrm>
                <a:off x="6991369" y="4604244"/>
                <a:ext cx="236160" cy="191520"/>
              </p14:xfrm>
            </p:contentPart>
          </mc:Choice>
          <mc:Fallback xmlns="">
            <p:pic>
              <p:nvPicPr>
                <p:cNvPr id="30" name="Рукописный ввод 29">
                  <a:extLst>
                    <a:ext uri="{FF2B5EF4-FFF2-40B4-BE49-F238E27FC236}">
                      <a16:creationId xmlns:a16="http://schemas.microsoft.com/office/drawing/2014/main" id="{588B299F-CA5E-4894-81E3-10DB1ACA8E52}"/>
                    </a:ext>
                  </a:extLst>
                </p:cNvPr>
                <p:cNvPicPr/>
                <p:nvPr/>
              </p:nvPicPr>
              <p:blipFill>
                <a:blip r:embed="rId22"/>
                <a:stretch>
                  <a:fillRect/>
                </a:stretch>
              </p:blipFill>
              <p:spPr>
                <a:xfrm>
                  <a:off x="6955369" y="4568244"/>
                  <a:ext cx="30780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">
              <p14:nvContentPartPr>
                <p14:cNvPr id="32" name="Рукописный ввод 31">
                  <a:extLst>
                    <a:ext uri="{FF2B5EF4-FFF2-40B4-BE49-F238E27FC236}">
                      <a16:creationId xmlns:a16="http://schemas.microsoft.com/office/drawing/2014/main" id="{7AF35610-8C25-4308-A3E3-1385CD5103B5}"/>
                    </a:ext>
                  </a:extLst>
                </p14:cNvPr>
                <p14:cNvContentPartPr/>
                <p14:nvPr/>
              </p14:nvContentPartPr>
              <p14:xfrm>
                <a:off x="7372249" y="4589124"/>
                <a:ext cx="225360" cy="174240"/>
              </p14:xfrm>
            </p:contentPart>
          </mc:Choice>
          <mc:Fallback xmlns="">
            <p:pic>
              <p:nvPicPr>
                <p:cNvPr id="32" name="Рукописный ввод 31">
                  <a:extLst>
                    <a:ext uri="{FF2B5EF4-FFF2-40B4-BE49-F238E27FC236}">
                      <a16:creationId xmlns:a16="http://schemas.microsoft.com/office/drawing/2014/main" id="{7AF35610-8C25-4308-A3E3-1385CD5103B5}"/>
                    </a:ext>
                  </a:extLst>
                </p:cNvPr>
                <p:cNvPicPr/>
                <p:nvPr/>
              </p:nvPicPr>
              <p:blipFill>
                <a:blip r:embed="rId24"/>
                <a:stretch>
                  <a:fillRect/>
                </a:stretch>
              </p:blipFill>
              <p:spPr>
                <a:xfrm>
                  <a:off x="7336249" y="4553484"/>
                  <a:ext cx="297000" cy="24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">
              <p14:nvContentPartPr>
                <p14:cNvPr id="33" name="Рукописный ввод 32">
                  <a:extLst>
                    <a:ext uri="{FF2B5EF4-FFF2-40B4-BE49-F238E27FC236}">
                      <a16:creationId xmlns:a16="http://schemas.microsoft.com/office/drawing/2014/main" id="{8386BBAC-49C4-4653-8E2A-3CEF5A5EEEC4}"/>
                    </a:ext>
                  </a:extLst>
                </p14:cNvPr>
                <p14:cNvContentPartPr/>
                <p14:nvPr/>
              </p14:nvContentPartPr>
              <p14:xfrm>
                <a:off x="7609849" y="4631244"/>
                <a:ext cx="169920" cy="121320"/>
              </p14:xfrm>
            </p:contentPart>
          </mc:Choice>
          <mc:Fallback xmlns="">
            <p:pic>
              <p:nvPicPr>
                <p:cNvPr id="33" name="Рукописный ввод 32">
                  <a:extLst>
                    <a:ext uri="{FF2B5EF4-FFF2-40B4-BE49-F238E27FC236}">
                      <a16:creationId xmlns:a16="http://schemas.microsoft.com/office/drawing/2014/main" id="{8386BBAC-49C4-4653-8E2A-3CEF5A5EEEC4}"/>
                    </a:ext>
                  </a:extLst>
                </p:cNvPr>
                <p:cNvPicPr/>
                <p:nvPr/>
              </p:nvPicPr>
              <p:blipFill>
                <a:blip r:embed="rId26"/>
                <a:stretch>
                  <a:fillRect/>
                </a:stretch>
              </p:blipFill>
              <p:spPr>
                <a:xfrm>
                  <a:off x="7573849" y="4595604"/>
                  <a:ext cx="24156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">
              <p14:nvContentPartPr>
                <p14:cNvPr id="34" name="Рукописный ввод 33">
                  <a:extLst>
                    <a:ext uri="{FF2B5EF4-FFF2-40B4-BE49-F238E27FC236}">
                      <a16:creationId xmlns:a16="http://schemas.microsoft.com/office/drawing/2014/main" id="{29F9C7F5-AC83-4FE6-896B-30AC1029F0BD}"/>
                    </a:ext>
                  </a:extLst>
                </p14:cNvPr>
                <p14:cNvContentPartPr/>
                <p14:nvPr/>
              </p14:nvContentPartPr>
              <p14:xfrm>
                <a:off x="7761409" y="4671924"/>
                <a:ext cx="115200" cy="57600"/>
              </p14:xfrm>
            </p:contentPart>
          </mc:Choice>
          <mc:Fallback xmlns="">
            <p:pic>
              <p:nvPicPr>
                <p:cNvPr id="34" name="Рукописный ввод 33">
                  <a:extLst>
                    <a:ext uri="{FF2B5EF4-FFF2-40B4-BE49-F238E27FC236}">
                      <a16:creationId xmlns:a16="http://schemas.microsoft.com/office/drawing/2014/main" id="{29F9C7F5-AC83-4FE6-896B-30AC1029F0BD}"/>
                    </a:ext>
                  </a:extLst>
                </p:cNvPr>
                <p:cNvPicPr/>
                <p:nvPr/>
              </p:nvPicPr>
              <p:blipFill>
                <a:blip r:embed="rId28"/>
                <a:stretch>
                  <a:fillRect/>
                </a:stretch>
              </p:blipFill>
              <p:spPr>
                <a:xfrm>
                  <a:off x="7725769" y="4636284"/>
                  <a:ext cx="186840" cy="1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">
              <p14:nvContentPartPr>
                <p14:cNvPr id="35" name="Рукописный ввод 34">
                  <a:extLst>
                    <a:ext uri="{FF2B5EF4-FFF2-40B4-BE49-F238E27FC236}">
                      <a16:creationId xmlns:a16="http://schemas.microsoft.com/office/drawing/2014/main" id="{CBBDA3DF-4CF1-49BB-9B61-27E1B7F103AF}"/>
                    </a:ext>
                  </a:extLst>
                </p14:cNvPr>
                <p14:cNvContentPartPr/>
                <p14:nvPr/>
              </p14:nvContentPartPr>
              <p14:xfrm>
                <a:off x="7901809" y="4470684"/>
                <a:ext cx="167760" cy="302040"/>
              </p14:xfrm>
            </p:contentPart>
          </mc:Choice>
          <mc:Fallback xmlns="">
            <p:pic>
              <p:nvPicPr>
                <p:cNvPr id="35" name="Рукописный ввод 34">
                  <a:extLst>
                    <a:ext uri="{FF2B5EF4-FFF2-40B4-BE49-F238E27FC236}">
                      <a16:creationId xmlns:a16="http://schemas.microsoft.com/office/drawing/2014/main" id="{CBBDA3DF-4CF1-49BB-9B61-27E1B7F103AF}"/>
                    </a:ext>
                  </a:extLst>
                </p:cNvPr>
                <p:cNvPicPr/>
                <p:nvPr/>
              </p:nvPicPr>
              <p:blipFill>
                <a:blip r:embed="rId30"/>
                <a:stretch>
                  <a:fillRect/>
                </a:stretch>
              </p:blipFill>
              <p:spPr>
                <a:xfrm>
                  <a:off x="7866169" y="4435044"/>
                  <a:ext cx="239400" cy="37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">
              <p14:nvContentPartPr>
                <p14:cNvPr id="36" name="Рукописный ввод 35">
                  <a:extLst>
                    <a:ext uri="{FF2B5EF4-FFF2-40B4-BE49-F238E27FC236}">
                      <a16:creationId xmlns:a16="http://schemas.microsoft.com/office/drawing/2014/main" id="{296B0C42-E761-4F55-8B51-4B9413850EB5}"/>
                    </a:ext>
                  </a:extLst>
                </p14:cNvPr>
                <p14:cNvContentPartPr/>
                <p14:nvPr/>
              </p14:nvContentPartPr>
              <p14:xfrm>
                <a:off x="8104129" y="4486884"/>
                <a:ext cx="41040" cy="214560"/>
              </p14:xfrm>
            </p:contentPart>
          </mc:Choice>
          <mc:Fallback xmlns="">
            <p:pic>
              <p:nvPicPr>
                <p:cNvPr id="36" name="Рукописный ввод 35">
                  <a:extLst>
                    <a:ext uri="{FF2B5EF4-FFF2-40B4-BE49-F238E27FC236}">
                      <a16:creationId xmlns:a16="http://schemas.microsoft.com/office/drawing/2014/main" id="{296B0C42-E761-4F55-8B51-4B9413850EB5}"/>
                    </a:ext>
                  </a:extLst>
                </p:cNvPr>
                <p:cNvPicPr/>
                <p:nvPr/>
              </p:nvPicPr>
              <p:blipFill>
                <a:blip r:embed="rId32"/>
                <a:stretch>
                  <a:fillRect/>
                </a:stretch>
              </p:blipFill>
              <p:spPr>
                <a:xfrm>
                  <a:off x="8068129" y="4450884"/>
                  <a:ext cx="11268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">
              <p14:nvContentPartPr>
                <p14:cNvPr id="37" name="Рукописный ввод 36">
                  <a:extLst>
                    <a:ext uri="{FF2B5EF4-FFF2-40B4-BE49-F238E27FC236}">
                      <a16:creationId xmlns:a16="http://schemas.microsoft.com/office/drawing/2014/main" id="{970FFADD-6BBE-440A-8E18-09D31355F4C3}"/>
                    </a:ext>
                  </a:extLst>
                </p14:cNvPr>
                <p14:cNvContentPartPr/>
                <p14:nvPr/>
              </p14:nvContentPartPr>
              <p14:xfrm>
                <a:off x="8195929" y="4583364"/>
                <a:ext cx="187920" cy="176400"/>
              </p14:xfrm>
            </p:contentPart>
          </mc:Choice>
          <mc:Fallback xmlns="">
            <p:pic>
              <p:nvPicPr>
                <p:cNvPr id="37" name="Рукописный ввод 36">
                  <a:extLst>
                    <a:ext uri="{FF2B5EF4-FFF2-40B4-BE49-F238E27FC236}">
                      <a16:creationId xmlns:a16="http://schemas.microsoft.com/office/drawing/2014/main" id="{970FFADD-6BBE-440A-8E18-09D31355F4C3}"/>
                    </a:ext>
                  </a:extLst>
                </p:cNvPr>
                <p:cNvPicPr/>
                <p:nvPr/>
              </p:nvPicPr>
              <p:blipFill>
                <a:blip r:embed="rId34"/>
                <a:stretch>
                  <a:fillRect/>
                </a:stretch>
              </p:blipFill>
              <p:spPr>
                <a:xfrm>
                  <a:off x="8159929" y="4547724"/>
                  <a:ext cx="25956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5">
              <p14:nvContentPartPr>
                <p14:cNvPr id="38" name="Рукописный ввод 37">
                  <a:extLst>
                    <a:ext uri="{FF2B5EF4-FFF2-40B4-BE49-F238E27FC236}">
                      <a16:creationId xmlns:a16="http://schemas.microsoft.com/office/drawing/2014/main" id="{C3AD69B5-0676-4706-AC5A-6DE45B83B4AD}"/>
                    </a:ext>
                  </a:extLst>
                </p14:cNvPr>
                <p14:cNvContentPartPr/>
                <p14:nvPr/>
              </p14:nvContentPartPr>
              <p14:xfrm>
                <a:off x="8129689" y="4631964"/>
                <a:ext cx="47880" cy="103320"/>
              </p14:xfrm>
            </p:contentPart>
          </mc:Choice>
          <mc:Fallback xmlns="">
            <p:pic>
              <p:nvPicPr>
                <p:cNvPr id="38" name="Рукописный ввод 37">
                  <a:extLst>
                    <a:ext uri="{FF2B5EF4-FFF2-40B4-BE49-F238E27FC236}">
                      <a16:creationId xmlns:a16="http://schemas.microsoft.com/office/drawing/2014/main" id="{C3AD69B5-0676-4706-AC5A-6DE45B83B4AD}"/>
                    </a:ext>
                  </a:extLst>
                </p:cNvPr>
                <p:cNvPicPr/>
                <p:nvPr/>
              </p:nvPicPr>
              <p:blipFill>
                <a:blip r:embed="rId36"/>
                <a:stretch>
                  <a:fillRect/>
                </a:stretch>
              </p:blipFill>
              <p:spPr>
                <a:xfrm>
                  <a:off x="8094049" y="4595964"/>
                  <a:ext cx="119520" cy="17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7">
              <p14:nvContentPartPr>
                <p14:cNvPr id="39" name="Рукописный ввод 38">
                  <a:extLst>
                    <a:ext uri="{FF2B5EF4-FFF2-40B4-BE49-F238E27FC236}">
                      <a16:creationId xmlns:a16="http://schemas.microsoft.com/office/drawing/2014/main" id="{209C283E-E42C-40C8-9B26-530ED381CA33}"/>
                    </a:ext>
                  </a:extLst>
                </p14:cNvPr>
                <p14:cNvContentPartPr/>
                <p14:nvPr/>
              </p14:nvContentPartPr>
              <p14:xfrm>
                <a:off x="8074249" y="4450884"/>
                <a:ext cx="63720" cy="119880"/>
              </p14:xfrm>
            </p:contentPart>
          </mc:Choice>
          <mc:Fallback xmlns="">
            <p:pic>
              <p:nvPicPr>
                <p:cNvPr id="39" name="Рукописный ввод 38">
                  <a:extLst>
                    <a:ext uri="{FF2B5EF4-FFF2-40B4-BE49-F238E27FC236}">
                      <a16:creationId xmlns:a16="http://schemas.microsoft.com/office/drawing/2014/main" id="{209C283E-E42C-40C8-9B26-530ED381CA33}"/>
                    </a:ext>
                  </a:extLst>
                </p:cNvPr>
                <p:cNvPicPr/>
                <p:nvPr/>
              </p:nvPicPr>
              <p:blipFill>
                <a:blip r:embed="rId38"/>
                <a:stretch>
                  <a:fillRect/>
                </a:stretch>
              </p:blipFill>
              <p:spPr>
                <a:xfrm>
                  <a:off x="8038609" y="4414884"/>
                  <a:ext cx="135360" cy="191520"/>
                </a:xfrm>
                <a:prstGeom prst="rect">
                  <a:avLst/>
                </a:prstGeom>
              </p:spPr>
            </p:pic>
          </mc:Fallback>
        </mc:AlternateContent>
      </p:grpSp>
      <p:pic>
        <p:nvPicPr>
          <p:cNvPr id="1026" name="Picture 2" descr="54. Программирование COM порта:: С чего начать? Или получение первых  результатов от COM порта">
            <a:extLst>
              <a:ext uri="{FF2B5EF4-FFF2-40B4-BE49-F238E27FC236}">
                <a16:creationId xmlns:a16="http://schemas.microsoft.com/office/drawing/2014/main" id="{C2F4158F-6AEE-40ED-B2AE-44ACED10D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241" y="3359225"/>
            <a:ext cx="2772166" cy="15361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1B6BE2-D029-45E5-B90C-629081FFAF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4844" y="3453121"/>
            <a:ext cx="1200719" cy="1017270"/>
          </a:xfrm>
        </p:spPr>
        <p:txBody>
          <a:bodyPr>
            <a:normAutofit/>
          </a:bodyPr>
          <a:lstStyle/>
          <a:p>
            <a:r>
              <a:rPr lang="en-US" sz="2000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Putty.exe</a:t>
            </a:r>
            <a:endParaRPr lang="ru-RU" sz="2000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2">
            <a:extLst>
              <a:ext uri="{FF2B5EF4-FFF2-40B4-BE49-F238E27FC236}">
                <a16:creationId xmlns:a16="http://schemas.microsoft.com/office/drawing/2014/main" id="{1C32128F-76E9-46C4-97FC-953798D8B66E}"/>
              </a:ext>
            </a:extLst>
          </p:cNvPr>
          <p:cNvSpPr txBox="1">
            <a:spLocks/>
          </p:cNvSpPr>
          <p:nvPr/>
        </p:nvSpPr>
        <p:spPr>
          <a:xfrm>
            <a:off x="975677" y="248107"/>
            <a:ext cx="7192645" cy="244041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6350" algn="ctr">
              <a:lnSpc>
                <a:spcPts val="1664"/>
              </a:lnSpc>
            </a:pPr>
            <a:r>
              <a:rPr lang="en-US" sz="2000" spc="-5" dirty="0">
                <a:latin typeface="+mj-lt"/>
              </a:rPr>
              <a:t>Connecting to network equipment</a:t>
            </a:r>
            <a:endParaRPr lang="ru-RU" sz="2000" spc="-5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C5C47A9-EC90-4E67-B894-980FFA778A8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0228"/>
          <a:stretch/>
        </p:blipFill>
        <p:spPr>
          <a:xfrm>
            <a:off x="457200" y="742950"/>
            <a:ext cx="3438812" cy="1371600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09D3347-8178-44A2-BD84-998503C96B0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2515"/>
          <a:stretch/>
        </p:blipFill>
        <p:spPr bwMode="auto">
          <a:xfrm>
            <a:off x="701866" y="2330186"/>
            <a:ext cx="2590800" cy="2581310"/>
          </a:xfrm>
          <a:prstGeom prst="rect">
            <a:avLst/>
          </a:prstGeom>
        </p:spPr>
      </p:pic>
      <p:pic>
        <p:nvPicPr>
          <p:cNvPr id="2050" name="Picture 2" descr="Назначение контактов консольного кабеля ZTE C320">
            <a:extLst>
              <a:ext uri="{FF2B5EF4-FFF2-40B4-BE49-F238E27FC236}">
                <a16:creationId xmlns:a16="http://schemas.microsoft.com/office/drawing/2014/main" id="{30DEC2DB-10AB-4455-B162-B79B1E36F1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6031" y="516247"/>
            <a:ext cx="3622675" cy="25723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51C9B21F-E616-4BC9-9566-7E95FEFCC00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76800" y="2326478"/>
            <a:ext cx="2590800" cy="2467879"/>
          </a:xfrm>
          <a:prstGeom prst="rect">
            <a:avLst/>
          </a:prstGeom>
        </p:spPr>
      </p:pic>
      <p:sp>
        <p:nvSpPr>
          <p:cNvPr id="3" name="Равно 2">
            <a:extLst>
              <a:ext uri="{FF2B5EF4-FFF2-40B4-BE49-F238E27FC236}">
                <a16:creationId xmlns:a16="http://schemas.microsoft.com/office/drawing/2014/main" id="{02698113-3AE2-4595-ABED-8CD775BED066}"/>
              </a:ext>
            </a:extLst>
          </p:cNvPr>
          <p:cNvSpPr/>
          <p:nvPr/>
        </p:nvSpPr>
        <p:spPr>
          <a:xfrm flipH="1" flipV="1">
            <a:off x="3673337" y="1798743"/>
            <a:ext cx="1203463" cy="1007271"/>
          </a:xfrm>
          <a:prstGeom prst="mathEqual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04233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 idx="4294967295"/>
          </p:nvPr>
        </p:nvSpPr>
        <p:spPr>
          <a:xfrm>
            <a:off x="999586" y="266856"/>
            <a:ext cx="7192963" cy="24404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ts val="1664"/>
              </a:lnSpc>
            </a:pPr>
            <a:r>
              <a:rPr lang="en-US" sz="2000" spc="-5" dirty="0">
                <a:latin typeface="+mj-lt"/>
              </a:rPr>
              <a:t>Connecting to network equipment</a:t>
            </a:r>
            <a:endParaRPr lang="ru-RU" sz="2000" spc="-5" dirty="0"/>
          </a:p>
        </p:txBody>
      </p:sp>
      <p:graphicFrame>
        <p:nvGraphicFramePr>
          <p:cNvPr id="5" name="Таблица 5">
            <a:extLst>
              <a:ext uri="{FF2B5EF4-FFF2-40B4-BE49-F238E27FC236}">
                <a16:creationId xmlns:a16="http://schemas.microsoft.com/office/drawing/2014/main" id="{639E3607-B62F-4218-9BBE-0DC02EFEF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1921291"/>
              </p:ext>
            </p:extLst>
          </p:nvPr>
        </p:nvGraphicFramePr>
        <p:xfrm>
          <a:off x="1181100" y="742950"/>
          <a:ext cx="6781800" cy="378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4253466288"/>
                    </a:ext>
                  </a:extLst>
                </a:gridCol>
                <a:gridCol w="2400300">
                  <a:extLst>
                    <a:ext uri="{9D8B030D-6E8A-4147-A177-3AD203B41FA5}">
                      <a16:colId xmlns:a16="http://schemas.microsoft.com/office/drawing/2014/main" val="27233948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401766851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1" dirty="0">
                          <a:effectLst/>
                        </a:rPr>
                        <a:t>Command Mode</a:t>
                      </a:r>
                      <a:endParaRPr lang="en-US" sz="1100" dirty="0">
                        <a:effectLst/>
                      </a:endParaRPr>
                    </a:p>
                  </a:txBody>
                  <a:tcPr marL="47625" marR="47625" marT="47625" marB="47625" anchor="ctr"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Command to switch to this mode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b="1" i="0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Default Device Prompt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3031358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User EXEC Mode</a:t>
                      </a:r>
                      <a:endParaRPr lang="ru-RU" sz="11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-</a:t>
                      </a:r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Switch&gt;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Router&gt;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50534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Privileged EXEC Mode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enable (</a:t>
                      </a:r>
                      <a:r>
                        <a:rPr lang="en-US" sz="1100" dirty="0" err="1"/>
                        <a:t>en</a:t>
                      </a:r>
                      <a:r>
                        <a:rPr lang="en-US" sz="1100" dirty="0"/>
                        <a:t>, </a:t>
                      </a:r>
                      <a:r>
                        <a:rPr lang="en-US" sz="1100" dirty="0" err="1"/>
                        <a:t>ena</a:t>
                      </a:r>
                      <a:r>
                        <a:rPr lang="en-US" sz="1100" dirty="0"/>
                        <a:t> …)</a:t>
                      </a:r>
                      <a:endParaRPr lang="ru-RU" sz="1100" dirty="0"/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Switch# </a:t>
                      </a:r>
                      <a:br>
                        <a:rPr lang="en-US" sz="1100" dirty="0"/>
                      </a:br>
                      <a:r>
                        <a:rPr lang="en-US" sz="1100" dirty="0"/>
                        <a:t>Router#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828485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Configuration mode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configure terminal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Switch(config)#</a:t>
                      </a:r>
                    </a:p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Router(config)#</a:t>
                      </a:r>
                      <a:endParaRPr lang="ru-RU" sz="11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302219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/>
                        <a:t>Line Configuration Mode</a:t>
                      </a:r>
                      <a:endParaRPr lang="ru-RU" sz="1100" dirty="0"/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console 0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Switch(config-line)#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Router(config-line)#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64194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line </a:t>
                      </a:r>
                      <a:r>
                        <a:rPr lang="en-US" sz="1100" dirty="0" err="1"/>
                        <a:t>vty</a:t>
                      </a:r>
                      <a:r>
                        <a:rPr lang="en-US" sz="1100" dirty="0"/>
                        <a:t> 0 4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/>
                        <a:t>Switch(config-line)#</a:t>
                      </a:r>
                    </a:p>
                    <a:p>
                      <a:r>
                        <a:rPr lang="en-US" sz="11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Router(config-line)#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994864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100" dirty="0"/>
                        <a:t>Interface Configuration Mode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interface </a:t>
                      </a:r>
                      <a:r>
                        <a:rPr lang="en-US" sz="1100" dirty="0" err="1">
                          <a:effectLst/>
                        </a:rPr>
                        <a:t>fastEthernet</a:t>
                      </a:r>
                      <a:r>
                        <a:rPr lang="en-US" sz="1100" dirty="0">
                          <a:effectLst/>
                        </a:rPr>
                        <a:t> 0/1 (fa 0/1)</a:t>
                      </a:r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Switch(config-if)#</a:t>
                      </a:r>
                    </a:p>
                    <a:p>
                      <a:r>
                        <a:rPr lang="en-US" sz="1100" dirty="0">
                          <a:effectLst/>
                        </a:rPr>
                        <a:t>Router(config-if)#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59366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interface </a:t>
                      </a:r>
                      <a:r>
                        <a:rPr lang="en-US" sz="1100" dirty="0" err="1">
                          <a:effectLst/>
                        </a:rPr>
                        <a:t>gigabitEthernet</a:t>
                      </a:r>
                      <a:r>
                        <a:rPr lang="en-US" sz="1100" dirty="0">
                          <a:effectLst/>
                        </a:rPr>
                        <a:t> 0/1 (</a:t>
                      </a:r>
                      <a:r>
                        <a:rPr lang="en-US" sz="1100" dirty="0" err="1">
                          <a:effectLst/>
                        </a:rPr>
                        <a:t>gi</a:t>
                      </a:r>
                      <a:r>
                        <a:rPr lang="en-US" sz="1100" dirty="0">
                          <a:effectLst/>
                        </a:rPr>
                        <a:t> 0/1)</a:t>
                      </a:r>
                      <a:endParaRPr lang="ru-RU" sz="1100" dirty="0"/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Switch(config-if)#</a:t>
                      </a:r>
                    </a:p>
                    <a:p>
                      <a:r>
                        <a:rPr lang="en-US" sz="1100" dirty="0">
                          <a:effectLst/>
                        </a:rPr>
                        <a:t>Router(config-if)#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064230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dirty="0">
                          <a:effectLst/>
                        </a:rPr>
                        <a:t>interface </a:t>
                      </a:r>
                      <a:r>
                        <a:rPr lang="en-US" sz="1100" dirty="0" err="1">
                          <a:effectLst/>
                        </a:rPr>
                        <a:t>vlan</a:t>
                      </a:r>
                      <a:r>
                        <a:rPr lang="en-US" sz="1100" dirty="0">
                          <a:effectLst/>
                        </a:rPr>
                        <a:t> 1 </a:t>
                      </a:r>
                      <a:endParaRPr lang="ru-RU" sz="1100" dirty="0"/>
                    </a:p>
                    <a:p>
                      <a:endParaRPr lang="ru-RU" sz="11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100" dirty="0">
                          <a:effectLst/>
                        </a:rPr>
                        <a:t>Switch(config-if)#</a:t>
                      </a:r>
                    </a:p>
                    <a:p>
                      <a:r>
                        <a:rPr lang="en-US" sz="1100" dirty="0">
                          <a:effectLst/>
                        </a:rPr>
                        <a:t>Router(config-if)#</a:t>
                      </a:r>
                      <a:endParaRPr lang="ru-RU" sz="1100" b="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9171354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73776" y="133350"/>
            <a:ext cx="7406640" cy="101727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350" algn="ctr">
              <a:lnSpc>
                <a:spcPts val="1664"/>
              </a:lnSpc>
            </a:pPr>
            <a:r>
              <a:rPr lang="en-US" sz="2000" spc="-5" dirty="0">
                <a:latin typeface="+mj-lt"/>
              </a:rPr>
              <a:t>Connecting to network equipment</a:t>
            </a:r>
            <a:endParaRPr lang="ru-RU" sz="2000" spc="-5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D38EBF8-1330-46BC-B907-A14EF646CB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0" y="1352550"/>
            <a:ext cx="2495549" cy="3524250"/>
          </a:xfrm>
        </p:spPr>
        <p:txBody>
          <a:bodyPr>
            <a:normAutofit/>
          </a:bodyPr>
          <a:lstStyle/>
          <a:p>
            <a:r>
              <a:rPr lang="en-US" b="1" dirty="0">
                <a:solidFill>
                  <a:schemeClr val="tx1"/>
                </a:solidFill>
              </a:rPr>
              <a:t>?</a:t>
            </a:r>
          </a:p>
          <a:p>
            <a:r>
              <a:rPr lang="en-US" b="1" dirty="0">
                <a:solidFill>
                  <a:schemeClr val="tx1"/>
                </a:solidFill>
              </a:rPr>
              <a:t>&lt;Tab&gt; button </a:t>
            </a:r>
          </a:p>
          <a:p>
            <a:r>
              <a:rPr lang="en-US" b="1" dirty="0">
                <a:solidFill>
                  <a:schemeClr val="tx1"/>
                </a:solidFill>
              </a:rPr>
              <a:t>Short versions of the command</a:t>
            </a:r>
          </a:p>
          <a:p>
            <a:r>
              <a:rPr lang="en-US" b="1" dirty="0">
                <a:solidFill>
                  <a:schemeClr val="tx1"/>
                </a:solidFill>
              </a:rPr>
              <a:t>Exit and end</a:t>
            </a:r>
          </a:p>
          <a:p>
            <a:r>
              <a:rPr lang="en-US" b="1" dirty="0">
                <a:solidFill>
                  <a:schemeClr val="tx1"/>
                </a:solidFill>
              </a:rPr>
              <a:t>Show commands</a:t>
            </a:r>
          </a:p>
          <a:p>
            <a:r>
              <a:rPr lang="en-US" b="1" dirty="0">
                <a:solidFill>
                  <a:schemeClr val="tx1"/>
                </a:solidFill>
              </a:rPr>
              <a:t>Show clock</a:t>
            </a:r>
          </a:p>
          <a:p>
            <a:r>
              <a:rPr lang="en-US" b="1" dirty="0">
                <a:solidFill>
                  <a:schemeClr val="tx1"/>
                </a:solidFill>
              </a:rPr>
              <a:t>Clock set</a:t>
            </a:r>
            <a:endParaRPr lang="en-US" dirty="0"/>
          </a:p>
          <a:p>
            <a:endParaRPr lang="en-US" dirty="0"/>
          </a:p>
          <a:p>
            <a:endParaRPr lang="ru-RU" dirty="0"/>
          </a:p>
        </p:txBody>
      </p:sp>
      <p:sp>
        <p:nvSpPr>
          <p:cNvPr id="6" name="Объект 2">
            <a:extLst>
              <a:ext uri="{FF2B5EF4-FFF2-40B4-BE49-F238E27FC236}">
                <a16:creationId xmlns:a16="http://schemas.microsoft.com/office/drawing/2014/main" id="{A8593F73-A9F1-4909-B495-51BB55C071A5}"/>
              </a:ext>
            </a:extLst>
          </p:cNvPr>
          <p:cNvSpPr txBox="1">
            <a:spLocks/>
          </p:cNvSpPr>
          <p:nvPr/>
        </p:nvSpPr>
        <p:spPr>
          <a:xfrm>
            <a:off x="5638800" y="1352550"/>
            <a:ext cx="2495549" cy="35242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50" indent="-137160" algn="l" defTabSz="685800" rtl="0" eaLnBrk="1" latinLnBrk="0" hangingPunct="1">
              <a:lnSpc>
                <a:spcPct val="90000"/>
              </a:lnSpc>
              <a:spcBef>
                <a:spcPts val="1050"/>
              </a:spcBef>
              <a:buClr>
                <a:schemeClr val="accent1"/>
              </a:buClr>
              <a:buSzPct val="80000"/>
              <a:buFont typeface="Corbel" pitchFamily="34" charset="0"/>
              <a:buChar char="•"/>
              <a:defRPr sz="16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34290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5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2pPr>
            <a:lvl3pPr marL="54864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35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3pPr>
            <a:lvl4pPr marL="75438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4pPr>
            <a:lvl5pPr marL="960120" indent="-13716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5pPr>
            <a:lvl6pPr marL="120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6pPr>
            <a:lvl7pPr marL="142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7pPr>
            <a:lvl8pPr marL="1650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8pPr>
            <a:lvl9pPr marL="1875000" indent="-171450" algn="l" defTabSz="685800" rtl="0" eaLnBrk="1" latinLnBrk="0" hangingPunct="1">
              <a:lnSpc>
                <a:spcPct val="90000"/>
              </a:lnSpc>
              <a:spcBef>
                <a:spcPts val="150"/>
              </a:spcBef>
              <a:spcAft>
                <a:spcPts val="300"/>
              </a:spcAft>
              <a:buClr>
                <a:schemeClr val="accent1"/>
              </a:buClr>
              <a:buSzPct val="80000"/>
              <a:buFont typeface="Corbel" pitchFamily="34" charset="0"/>
              <a:buChar char="•"/>
              <a:defRPr sz="1200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>
                <a:solidFill>
                  <a:schemeClr val="tx1"/>
                </a:solidFill>
              </a:rPr>
              <a:t>Show running-config</a:t>
            </a:r>
          </a:p>
          <a:p>
            <a:r>
              <a:rPr lang="en-US" b="1" dirty="0">
                <a:solidFill>
                  <a:schemeClr val="tx1"/>
                </a:solidFill>
              </a:rPr>
              <a:t>Hostname </a:t>
            </a:r>
          </a:p>
          <a:p>
            <a:r>
              <a:rPr lang="en-US" b="1" dirty="0">
                <a:solidFill>
                  <a:schemeClr val="tx1"/>
                </a:solidFill>
              </a:rPr>
              <a:t>Passwords</a:t>
            </a:r>
          </a:p>
          <a:p>
            <a:r>
              <a:rPr lang="en-US" b="1" dirty="0">
                <a:solidFill>
                  <a:schemeClr val="tx1"/>
                </a:solidFill>
              </a:rPr>
              <a:t>Banner </a:t>
            </a:r>
            <a:r>
              <a:rPr lang="en-US" b="1" dirty="0" err="1">
                <a:solidFill>
                  <a:schemeClr val="tx1"/>
                </a:solidFill>
              </a:rPr>
              <a:t>motd</a:t>
            </a:r>
            <a:endParaRPr lang="en-US" b="1" dirty="0">
              <a:solidFill>
                <a:schemeClr val="tx1"/>
              </a:solidFill>
            </a:endParaRPr>
          </a:p>
          <a:p>
            <a:r>
              <a:rPr lang="en-US" b="1" dirty="0">
                <a:solidFill>
                  <a:schemeClr val="tx1"/>
                </a:solidFill>
              </a:rPr>
              <a:t>Save configurations</a:t>
            </a:r>
          </a:p>
          <a:p>
            <a:r>
              <a:rPr lang="en-US" b="1" dirty="0">
                <a:solidFill>
                  <a:schemeClr val="tx1"/>
                </a:solidFill>
              </a:rPr>
              <a:t>Ping </a:t>
            </a:r>
          </a:p>
          <a:p>
            <a:r>
              <a:rPr lang="en-US" b="1" dirty="0">
                <a:solidFill>
                  <a:schemeClr val="tx1"/>
                </a:solidFill>
              </a:rPr>
              <a:t>No shutdown</a:t>
            </a:r>
          </a:p>
          <a:p>
            <a:endParaRPr lang="en-US" dirty="0"/>
          </a:p>
          <a:p>
            <a:endParaRPr lang="en-US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913923078"/>
      </p:ext>
    </p:extLst>
  </p:cSld>
  <p:clrMapOvr>
    <a:masterClrMapping/>
  </p:clrMapOvr>
</p:sld>
</file>

<file path=ppt/theme/theme1.xml><?xml version="1.0" encoding="utf-8"?>
<a:theme xmlns:a="http://schemas.openxmlformats.org/drawingml/2006/main" name="Базис">
  <a:themeElements>
    <a:clrScheme name="Базис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Базис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Базис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A8D18DF04E7B24DB531D034DE08C523" ma:contentTypeVersion="0" ma:contentTypeDescription="Создание документа." ma:contentTypeScope="" ma:versionID="0776a28ae76132cb395cd96b971622c7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6b589ae3f67a6f4566118ef2a3adeeb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B67F9697-C647-41C7-8B37-B37CB2B5E310}"/>
</file>

<file path=customXml/itemProps2.xml><?xml version="1.0" encoding="utf-8"?>
<ds:datastoreItem xmlns:ds="http://schemas.openxmlformats.org/officeDocument/2006/customXml" ds:itemID="{A7D0E41F-6A4E-4707-AE3F-3C29330CB96A}"/>
</file>

<file path=customXml/itemProps3.xml><?xml version="1.0" encoding="utf-8"?>
<ds:datastoreItem xmlns:ds="http://schemas.openxmlformats.org/officeDocument/2006/customXml" ds:itemID="{EB3DDCC6-F78F-4E73-AECB-1E6C4785CBF7}"/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TM03457444[[fn=Базис]]</Template>
  <TotalTime>173</TotalTime>
  <Words>210</Words>
  <Application>Microsoft Office PowerPoint</Application>
  <PresentationFormat>Экран (16:9)</PresentationFormat>
  <Paragraphs>63</Paragraphs>
  <Slides>4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Aptos</vt:lpstr>
      <vt:lpstr>Calibri</vt:lpstr>
      <vt:lpstr>Corbel</vt:lpstr>
      <vt:lpstr>Times New Roman</vt:lpstr>
      <vt:lpstr>Базис</vt:lpstr>
      <vt:lpstr>Connecting to network equipment</vt:lpstr>
      <vt:lpstr>Putty.exe</vt:lpstr>
      <vt:lpstr>Connecting to network equipment</vt:lpstr>
      <vt:lpstr>Connecting to network equipment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Подключение к сетевому оборудованию</dc:title>
  <dc:creator>Azamat</dc:creator>
  <cp:lastModifiedBy>Azamat Z. Imanbaev</cp:lastModifiedBy>
  <cp:revision>9</cp:revision>
  <dcterms:created xsi:type="dcterms:W3CDTF">2020-09-05T08:38:02Z</dcterms:created>
  <dcterms:modified xsi:type="dcterms:W3CDTF">2025-01-24T08:15:09Z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Google</vt:lpwstr>
  </property>
  <property fmtid="{D5CDD505-2E9C-101B-9397-08002B2CF9AE}" pid="3" name="LastSaved">
    <vt:filetime>2020-09-05T00:00:00Z</vt:filetime>
  </property>
  <property fmtid="{D5CDD505-2E9C-101B-9397-08002B2CF9AE}" pid="4" name="ContentTypeId">
    <vt:lpwstr>0x0101009A8D18DF04E7B24DB531D034DE08C523</vt:lpwstr>
  </property>
</Properties>
</file>